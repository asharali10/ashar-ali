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4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9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48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73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69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5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98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8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75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54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9226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30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120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474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68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6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F66E130-1911-45EE-BBF7-BDD490E6648E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449C8-A246-44C9-AE37-24F3F700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94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6214" y="751764"/>
            <a:ext cx="8825658" cy="3329581"/>
          </a:xfrm>
        </p:spPr>
        <p:txBody>
          <a:bodyPr/>
          <a:lstStyle/>
          <a:p>
            <a:r>
              <a:rPr lang="en-US" b="1" dirty="0"/>
              <a:t>About 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756424"/>
          </a:xfrm>
        </p:spPr>
        <p:txBody>
          <a:bodyPr>
            <a:normAutofit/>
          </a:bodyPr>
          <a:lstStyle/>
          <a:p>
            <a:r>
              <a:rPr lang="en-US" dirty="0"/>
              <a:t>My name is </a:t>
            </a:r>
            <a:r>
              <a:rPr lang="en-US" sz="2800" b="1" dirty="0"/>
              <a:t>Ashar </a:t>
            </a:r>
            <a:r>
              <a:rPr lang="en-US" sz="2800" b="1" dirty="0" err="1"/>
              <a:t>ali</a:t>
            </a:r>
            <a:r>
              <a:rPr lang="en-US" dirty="0"/>
              <a:t>. I belong to Pakistan </a:t>
            </a:r>
            <a:r>
              <a:rPr lang="en-US" dirty="0" err="1"/>
              <a:t>karachi</a:t>
            </a:r>
            <a:r>
              <a:rPr lang="en-US" dirty="0"/>
              <a:t>. I’m currently studying cit. I’m passionate about learning new skills and improving myself.</a:t>
            </a:r>
          </a:p>
        </p:txBody>
      </p:sp>
    </p:spTree>
    <p:extLst>
      <p:ext uri="{BB962C8B-B14F-4D97-AF65-F5344CB8AC3E}">
        <p14:creationId xmlns:p14="http://schemas.microsoft.com/office/powerpoint/2010/main" val="1856754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/>
              <a:t>Who I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201" y="1331259"/>
            <a:ext cx="8946541" cy="4195481"/>
          </a:xfrm>
        </p:spPr>
        <p:txBody>
          <a:bodyPr>
            <a:normAutofit fontScale="85000" lnSpcReduction="20000"/>
          </a:bodyPr>
          <a:lstStyle/>
          <a:p>
            <a:r>
              <a:rPr lang="en-US" sz="3600" b="1" dirty="0"/>
              <a:t>Hobbies:</a:t>
            </a:r>
          </a:p>
          <a:p>
            <a:r>
              <a:rPr lang="en-US" dirty="0"/>
              <a:t> Reading</a:t>
            </a:r>
          </a:p>
          <a:p>
            <a:r>
              <a:rPr lang="en-US" dirty="0"/>
              <a:t> Coding </a:t>
            </a:r>
          </a:p>
          <a:p>
            <a:r>
              <a:rPr lang="en-US" dirty="0"/>
              <a:t>Designing</a:t>
            </a:r>
          </a:p>
          <a:p>
            <a:r>
              <a:rPr lang="en-US" dirty="0"/>
              <a:t> Music</a:t>
            </a:r>
          </a:p>
          <a:p>
            <a:r>
              <a:rPr lang="en-US" dirty="0"/>
              <a:t> Gaming</a:t>
            </a:r>
          </a:p>
          <a:p>
            <a:r>
              <a:rPr lang="en-US" sz="3600" b="1" dirty="0"/>
              <a:t>Interests: </a:t>
            </a:r>
          </a:p>
          <a:p>
            <a:r>
              <a:rPr lang="en-US" dirty="0"/>
              <a:t>Tech,</a:t>
            </a:r>
          </a:p>
          <a:p>
            <a:r>
              <a:rPr lang="en-US" dirty="0"/>
              <a:t>Creativity</a:t>
            </a:r>
          </a:p>
          <a:p>
            <a:r>
              <a:rPr lang="en-US" dirty="0"/>
              <a:t>Cricket</a:t>
            </a:r>
          </a:p>
          <a:p>
            <a:r>
              <a:rPr lang="en-US" dirty="0"/>
              <a:t>Learning new tools.</a:t>
            </a:r>
          </a:p>
        </p:txBody>
      </p:sp>
    </p:spTree>
    <p:extLst>
      <p:ext uri="{BB962C8B-B14F-4D97-AF65-F5344CB8AC3E}">
        <p14:creationId xmlns:p14="http://schemas.microsoft.com/office/powerpoint/2010/main" val="40715006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513353"/>
            <a:ext cx="8825657" cy="1915647"/>
          </a:xfrm>
        </p:spPr>
        <p:txBody>
          <a:bodyPr/>
          <a:lstStyle/>
          <a:p>
            <a:r>
              <a:rPr lang="en-US" b="1" dirty="0"/>
              <a:t>My Achievements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3657600"/>
            <a:ext cx="8825658" cy="2867891"/>
          </a:xfrm>
        </p:spPr>
        <p:txBody>
          <a:bodyPr>
            <a:normAutofit/>
          </a:bodyPr>
          <a:lstStyle/>
          <a:p>
            <a:r>
              <a:rPr lang="en-US" dirty="0"/>
              <a:t>I completed my matriculation in computer science also gained information about m-s office and currently doing my intermediate </a:t>
            </a:r>
          </a:p>
        </p:txBody>
      </p:sp>
    </p:spTree>
    <p:extLst>
      <p:ext uri="{BB962C8B-B14F-4D97-AF65-F5344CB8AC3E}">
        <p14:creationId xmlns:p14="http://schemas.microsoft.com/office/powerpoint/2010/main" val="70595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b="1" dirty="0"/>
              <a:t>Learned skills:                                           </a:t>
            </a:r>
            <a:r>
              <a:rPr lang="en-US" dirty="0"/>
              <a:t>GitHub, Canva, CV writing, Presentation skills, etc.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dirty="0"/>
              <a:t>My favorite topic/tool:</a:t>
            </a:r>
          </a:p>
          <a:p>
            <a:r>
              <a:rPr lang="en-US" dirty="0"/>
              <a:t>My </a:t>
            </a:r>
            <a:r>
              <a:rPr lang="en-US" dirty="0" err="1"/>
              <a:t>favourite</a:t>
            </a:r>
            <a:r>
              <a:rPr lang="en-US" dirty="0"/>
              <a:t> tool is </a:t>
            </a:r>
            <a:r>
              <a:rPr lang="en-US" dirty="0" err="1"/>
              <a:t>Animatio</a:t>
            </a:r>
            <a:r>
              <a:rPr lang="en-US" dirty="0"/>
              <a:t> in </a:t>
            </a:r>
            <a:r>
              <a:rPr lang="en-US" dirty="0" err="1"/>
              <a:t>powerpoint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469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Strength And Weakness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Strength: Quick learner Good communicator Creative thinker</a:t>
            </a:r>
          </a:p>
          <a:p>
            <a:r>
              <a:rPr lang="en-US" dirty="0"/>
              <a:t>Weakness: Sometimes overthink Need to improve time management</a:t>
            </a:r>
          </a:p>
        </p:txBody>
      </p:sp>
    </p:spTree>
    <p:extLst>
      <p:ext uri="{BB962C8B-B14F-4D97-AF65-F5344CB8AC3E}">
        <p14:creationId xmlns:p14="http://schemas.microsoft.com/office/powerpoint/2010/main" val="376057220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My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want to become a Cricketer </a:t>
            </a:r>
            <a:r>
              <a:rPr lang="en-US" dirty="0" err="1"/>
              <a:t>i</a:t>
            </a:r>
            <a:r>
              <a:rPr lang="en-US" dirty="0"/>
              <a:t> Planning to improve my Batting skills .My inspiration is SHAHID AFRIDI and Shoib Akhtar</a:t>
            </a:r>
          </a:p>
        </p:txBody>
      </p:sp>
    </p:spTree>
    <p:extLst>
      <p:ext uri="{BB962C8B-B14F-4D97-AF65-F5344CB8AC3E}">
        <p14:creationId xmlns:p14="http://schemas.microsoft.com/office/powerpoint/2010/main" val="1420904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5343-F3DF-2FCE-847A-CF6AD537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 FACT/ CLOSING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D8D5B-8983-A504-967C-6D7B35B29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word "Pakistan" is derived from combining letters from the names of the regions that were envisioned to be part of the country: *P*</a:t>
            </a:r>
            <a:r>
              <a:rPr lang="en-US" dirty="0" err="1"/>
              <a:t>unjab</a:t>
            </a:r>
            <a:r>
              <a:rPr lang="en-US" dirty="0"/>
              <a:t>, *A*</a:t>
            </a:r>
            <a:r>
              <a:rPr lang="en-US" dirty="0" err="1"/>
              <a:t>fghan</a:t>
            </a:r>
            <a:r>
              <a:rPr lang="en-US" dirty="0"/>
              <a:t> (referring to the North-West Frontier Province), *K*</a:t>
            </a:r>
            <a:r>
              <a:rPr lang="en-US" dirty="0" err="1"/>
              <a:t>ashmir</a:t>
            </a:r>
            <a:r>
              <a:rPr lang="en-US" dirty="0"/>
              <a:t>, *I*</a:t>
            </a:r>
            <a:r>
              <a:rPr lang="en-US" dirty="0" err="1"/>
              <a:t>ndus</a:t>
            </a:r>
            <a:r>
              <a:rPr lang="en-US" dirty="0"/>
              <a:t> (referring to Sindh), *S*</a:t>
            </a:r>
            <a:r>
              <a:rPr lang="en-US" dirty="0" err="1"/>
              <a:t>indh</a:t>
            </a:r>
            <a:r>
              <a:rPr lang="en-US" dirty="0"/>
              <a:t>, and *T*an (referring to </a:t>
            </a:r>
            <a:r>
              <a:rPr lang="en-US" dirty="0" err="1"/>
              <a:t>Balochistan</a:t>
            </a:r>
            <a:r>
              <a:rPr lang="en-US" dirty="0"/>
              <a:t>). The name was coined by Choudhary Rahmat Ali in 1933.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GITHUB LINK</a:t>
            </a:r>
          </a:p>
          <a:p>
            <a:pPr marL="0" indent="0">
              <a:buNone/>
            </a:pPr>
            <a:r>
              <a:rPr lang="en-US"/>
              <a:t>https://github.com/AsharAli10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6869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219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About Me</vt:lpstr>
      <vt:lpstr>Who I Am</vt:lpstr>
      <vt:lpstr>My Achievements</vt:lpstr>
      <vt:lpstr>Course Highlights</vt:lpstr>
      <vt:lpstr>Strength And Weakness</vt:lpstr>
      <vt:lpstr>My Vision</vt:lpstr>
      <vt:lpstr>FUN FACT/ CLOSING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Me</dc:title>
  <dc:creator>PC</dc:creator>
  <cp:lastModifiedBy>PC</cp:lastModifiedBy>
  <cp:revision>5</cp:revision>
  <dcterms:created xsi:type="dcterms:W3CDTF">2025-09-26T12:29:07Z</dcterms:created>
  <dcterms:modified xsi:type="dcterms:W3CDTF">2025-09-27T07:40:29Z</dcterms:modified>
</cp:coreProperties>
</file>